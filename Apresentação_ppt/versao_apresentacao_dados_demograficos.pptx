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8" r:id="rId2"/>
    <p:sldId id="276" r:id="rId3"/>
    <p:sldId id="257" r:id="rId4"/>
    <p:sldId id="258" r:id="rId5"/>
    <p:sldId id="277" r:id="rId6"/>
    <p:sldId id="275" r:id="rId7"/>
    <p:sldId id="279" r:id="rId8"/>
    <p:sldId id="260" r:id="rId9"/>
    <p:sldId id="278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0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8D924-7E33-46B7-B5E4-A62C5A27A3EA}" v="38" dt="2026-10-25T16:31:00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on P. Horácio" userId="fc6b94083f9c4675" providerId="LiveId" clId="{4A87322B-E70B-43C3-A6D3-F913DEAF13ED}"/>
    <pc:docChg chg="undo custSel addSld delSld modSld sldOrd modMainMaster">
      <pc:chgData name="Anderson P. Horácio" userId="fc6b94083f9c4675" providerId="LiveId" clId="{4A87322B-E70B-43C3-A6D3-F913DEAF13ED}" dt="2026-10-25T16:26:36.405" v="455" actId="20577"/>
      <pc:docMkLst>
        <pc:docMk/>
      </pc:docMkLst>
      <pc:sldChg chg="del">
        <pc:chgData name="Anderson P. Horácio" userId="fc6b94083f9c4675" providerId="LiveId" clId="{4A87322B-E70B-43C3-A6D3-F913DEAF13ED}" dt="2026-10-24T00:30:08.168" v="119" actId="47"/>
        <pc:sldMkLst>
          <pc:docMk/>
          <pc:sldMk cId="1128863455" sldId="256"/>
        </pc:sldMkLst>
      </pc:sldChg>
      <pc:sldChg chg="addSp delSp modSp mod modTransition">
        <pc:chgData name="Anderson P. Horácio" userId="fc6b94083f9c4675" providerId="LiveId" clId="{4A87322B-E70B-43C3-A6D3-F913DEAF13ED}" dt="2026-10-25T16:25:52.289" v="453" actId="1038"/>
        <pc:sldMkLst>
          <pc:docMk/>
          <pc:sldMk cId="1228881916" sldId="257"/>
        </pc:sldMkLst>
        <pc:picChg chg="add mod">
          <ac:chgData name="Anderson P. Horácio" userId="fc6b94083f9c4675" providerId="LiveId" clId="{4A87322B-E70B-43C3-A6D3-F913DEAF13ED}" dt="2026-10-19T02:16:06.599" v="80" actId="931"/>
          <ac:picMkLst>
            <pc:docMk/>
            <pc:sldMk cId="1228881916" sldId="257"/>
            <ac:picMk id="3" creationId="{D2E3DEF8-8F96-22BE-0072-79CFD72022C6}"/>
          </ac:picMkLst>
        </pc:picChg>
        <pc:picChg chg="add del mod">
          <ac:chgData name="Anderson P. Horácio" userId="fc6b94083f9c4675" providerId="LiveId" clId="{4A87322B-E70B-43C3-A6D3-F913DEAF13ED}" dt="2026-10-25T16:24:18.733" v="347" actId="478"/>
          <ac:picMkLst>
            <pc:docMk/>
            <pc:sldMk cId="1228881916" sldId="257"/>
            <ac:picMk id="7" creationId="{7A6D4CBD-FB4B-0B24-5DB7-8C3497F4303C}"/>
          </ac:picMkLst>
        </pc:picChg>
        <pc:picChg chg="add mod">
          <ac:chgData name="Anderson P. Horácio" userId="fc6b94083f9c4675" providerId="LiveId" clId="{4A87322B-E70B-43C3-A6D3-F913DEAF13ED}" dt="2026-10-25T16:25:52.289" v="453" actId="1038"/>
          <ac:picMkLst>
            <pc:docMk/>
            <pc:sldMk cId="1228881916" sldId="257"/>
            <ac:picMk id="9" creationId="{4CFD3AD0-A938-95FE-1205-A24CB6D8FEC1}"/>
          </ac:picMkLst>
        </pc:picChg>
      </pc:sldChg>
      <pc:sldChg chg="addSp delSp modSp mod modTransition">
        <pc:chgData name="Anderson P. Horácio" userId="fc6b94083f9c4675" providerId="LiveId" clId="{4A87322B-E70B-43C3-A6D3-F913DEAF13ED}" dt="2026-10-19T02:18:48.246" v="84" actId="931"/>
        <pc:sldMkLst>
          <pc:docMk/>
          <pc:sldMk cId="1880754056" sldId="258"/>
        </pc:sldMkLst>
        <pc:picChg chg="add mod">
          <ac:chgData name="Anderson P. Horácio" userId="fc6b94083f9c4675" providerId="LiveId" clId="{4A87322B-E70B-43C3-A6D3-F913DEAF13ED}" dt="2026-10-19T02:18:48.246" v="84" actId="931"/>
          <ac:picMkLst>
            <pc:docMk/>
            <pc:sldMk cId="1880754056" sldId="258"/>
            <ac:picMk id="8" creationId="{93AB6452-F61F-06F8-19ED-B40B486B6649}"/>
          </ac:picMkLst>
        </pc:picChg>
      </pc:sldChg>
      <pc:sldChg chg="addSp delSp modSp mod modTransition">
        <pc:chgData name="Anderson P. Horácio" userId="fc6b94083f9c4675" providerId="LiveId" clId="{4A87322B-E70B-43C3-A6D3-F913DEAF13ED}" dt="2026-10-19T02:39:36.945" v="107"/>
        <pc:sldMkLst>
          <pc:docMk/>
          <pc:sldMk cId="3870242451" sldId="260"/>
        </pc:sldMkLst>
        <pc:picChg chg="add mod">
          <ac:chgData name="Anderson P. Horácio" userId="fc6b94083f9c4675" providerId="LiveId" clId="{4A87322B-E70B-43C3-A6D3-F913DEAF13ED}" dt="2026-10-19T01:49:36.579" v="57" actId="931"/>
          <ac:picMkLst>
            <pc:docMk/>
            <pc:sldMk cId="3870242451" sldId="260"/>
            <ac:picMk id="6" creationId="{FBC647A9-3781-7AD2-19E4-93A0FAC0147E}"/>
          </ac:picMkLst>
        </pc:picChg>
      </pc:sldChg>
      <pc:sldChg chg="addSp delSp modSp mod modTransition">
        <pc:chgData name="Anderson P. Horácio" userId="fc6b94083f9c4675" providerId="LiveId" clId="{4A87322B-E70B-43C3-A6D3-F913DEAF13ED}" dt="2026-10-19T02:39:52.476" v="109"/>
        <pc:sldMkLst>
          <pc:docMk/>
          <pc:sldMk cId="2437538196" sldId="261"/>
        </pc:sldMkLst>
        <pc:picChg chg="add mod">
          <ac:chgData name="Anderson P. Horácio" userId="fc6b94083f9c4675" providerId="LiveId" clId="{4A87322B-E70B-43C3-A6D3-F913DEAF13ED}" dt="2026-10-19T02:36:12.066" v="93" actId="931"/>
          <ac:picMkLst>
            <pc:docMk/>
            <pc:sldMk cId="2437538196" sldId="261"/>
            <ac:picMk id="4" creationId="{AE82E976-3BBE-F67D-0FFD-CF6A4EDA2996}"/>
          </ac:picMkLst>
        </pc:picChg>
      </pc:sldChg>
      <pc:sldChg chg="addSp delSp modSp mod">
        <pc:chgData name="Anderson P. Horácio" userId="fc6b94083f9c4675" providerId="LiveId" clId="{4A87322B-E70B-43C3-A6D3-F913DEAF13ED}" dt="2026-10-19T02:36:27.311" v="95" actId="931"/>
        <pc:sldMkLst>
          <pc:docMk/>
          <pc:sldMk cId="2303239870" sldId="262"/>
        </pc:sldMkLst>
        <pc:picChg chg="add mod">
          <ac:chgData name="Anderson P. Horácio" userId="fc6b94083f9c4675" providerId="LiveId" clId="{4A87322B-E70B-43C3-A6D3-F913DEAF13ED}" dt="2026-10-19T02:36:27.311" v="95" actId="931"/>
          <ac:picMkLst>
            <pc:docMk/>
            <pc:sldMk cId="2303239870" sldId="262"/>
            <ac:picMk id="4" creationId="{01A0D70C-4075-F4E1-4295-6F3AC6204A23}"/>
          </ac:picMkLst>
        </pc:picChg>
      </pc:sldChg>
      <pc:sldChg chg="addSp delSp modSp mod">
        <pc:chgData name="Anderson P. Horácio" userId="fc6b94083f9c4675" providerId="LiveId" clId="{4A87322B-E70B-43C3-A6D3-F913DEAF13ED}" dt="2026-10-19T02:36:47.931" v="97" actId="931"/>
        <pc:sldMkLst>
          <pc:docMk/>
          <pc:sldMk cId="2241634518" sldId="263"/>
        </pc:sldMkLst>
        <pc:picChg chg="add mod">
          <ac:chgData name="Anderson P. Horácio" userId="fc6b94083f9c4675" providerId="LiveId" clId="{4A87322B-E70B-43C3-A6D3-F913DEAF13ED}" dt="2026-10-19T02:36:47.931" v="97" actId="931"/>
          <ac:picMkLst>
            <pc:docMk/>
            <pc:sldMk cId="2241634518" sldId="263"/>
            <ac:picMk id="4" creationId="{1DB54754-D2B7-B211-7FDF-15DEDD7FF08D}"/>
          </ac:picMkLst>
        </pc:picChg>
      </pc:sldChg>
      <pc:sldChg chg="addSp delSp modSp mod modTransition">
        <pc:chgData name="Anderson P. Horácio" userId="fc6b94083f9c4675" providerId="LiveId" clId="{4A87322B-E70B-43C3-A6D3-F913DEAF13ED}" dt="2026-10-19T02:40:22.657" v="111"/>
        <pc:sldMkLst>
          <pc:docMk/>
          <pc:sldMk cId="868144389" sldId="264"/>
        </pc:sldMkLst>
        <pc:picChg chg="add mod">
          <ac:chgData name="Anderson P. Horácio" userId="fc6b94083f9c4675" providerId="LiveId" clId="{4A87322B-E70B-43C3-A6D3-F913DEAF13ED}" dt="2026-10-19T02:37:13.907" v="99" actId="931"/>
          <ac:picMkLst>
            <pc:docMk/>
            <pc:sldMk cId="868144389" sldId="264"/>
            <ac:picMk id="4" creationId="{E021BC2A-11E0-143D-5A60-EE418D5C6908}"/>
          </ac:picMkLst>
        </pc:picChg>
      </pc:sldChg>
      <pc:sldChg chg="addSp delSp modSp mod">
        <pc:chgData name="Anderson P. Horácio" userId="fc6b94083f9c4675" providerId="LiveId" clId="{4A87322B-E70B-43C3-A6D3-F913DEAF13ED}" dt="2026-10-19T02:37:31.836" v="101" actId="931"/>
        <pc:sldMkLst>
          <pc:docMk/>
          <pc:sldMk cId="3925963377" sldId="265"/>
        </pc:sldMkLst>
        <pc:picChg chg="add mod">
          <ac:chgData name="Anderson P. Horácio" userId="fc6b94083f9c4675" providerId="LiveId" clId="{4A87322B-E70B-43C3-A6D3-F913DEAF13ED}" dt="2026-10-19T02:37:31.836" v="101" actId="931"/>
          <ac:picMkLst>
            <pc:docMk/>
            <pc:sldMk cId="3925963377" sldId="265"/>
            <ac:picMk id="4" creationId="{989C934C-3C4B-D99A-E2DA-D9F7D64C9595}"/>
          </ac:picMkLst>
        </pc:picChg>
      </pc:sldChg>
      <pc:sldChg chg="addSp delSp modSp mod">
        <pc:chgData name="Anderson P. Horácio" userId="fc6b94083f9c4675" providerId="LiveId" clId="{4A87322B-E70B-43C3-A6D3-F913DEAF13ED}" dt="2026-10-19T02:37:50.085" v="103" actId="931"/>
        <pc:sldMkLst>
          <pc:docMk/>
          <pc:sldMk cId="1604158093" sldId="266"/>
        </pc:sldMkLst>
        <pc:picChg chg="add mod">
          <ac:chgData name="Anderson P. Horácio" userId="fc6b94083f9c4675" providerId="LiveId" clId="{4A87322B-E70B-43C3-A6D3-F913DEAF13ED}" dt="2026-10-19T02:37:50.085" v="103" actId="931"/>
          <ac:picMkLst>
            <pc:docMk/>
            <pc:sldMk cId="1604158093" sldId="266"/>
            <ac:picMk id="4" creationId="{F9CC273C-FC99-5C2A-B901-547F2B2DDCB5}"/>
          </ac:picMkLst>
        </pc:picChg>
      </pc:sldChg>
      <pc:sldChg chg="addSp delSp modSp mod">
        <pc:chgData name="Anderson P. Horácio" userId="fc6b94083f9c4675" providerId="LiveId" clId="{4A87322B-E70B-43C3-A6D3-F913DEAF13ED}" dt="2026-10-25T14:59:40.273" v="223" actId="931"/>
        <pc:sldMkLst>
          <pc:docMk/>
          <pc:sldMk cId="2981512587" sldId="267"/>
        </pc:sldMkLst>
        <pc:picChg chg="add del mod">
          <ac:chgData name="Anderson P. Horácio" userId="fc6b94083f9c4675" providerId="LiveId" clId="{4A87322B-E70B-43C3-A6D3-F913DEAF13ED}" dt="2026-10-25T14:56:27.544" v="222" actId="931"/>
          <ac:picMkLst>
            <pc:docMk/>
            <pc:sldMk cId="2981512587" sldId="267"/>
            <ac:picMk id="3" creationId="{6DEC7142-5583-335B-3E2D-27C65BE8F056}"/>
          </ac:picMkLst>
        </pc:picChg>
        <pc:picChg chg="add del mod">
          <ac:chgData name="Anderson P. Horácio" userId="fc6b94083f9c4675" providerId="LiveId" clId="{4A87322B-E70B-43C3-A6D3-F913DEAF13ED}" dt="2026-10-25T14:56:15.084" v="220" actId="478"/>
          <ac:picMkLst>
            <pc:docMk/>
            <pc:sldMk cId="2981512587" sldId="267"/>
            <ac:picMk id="4" creationId="{4AB998C6-B00F-3121-2AF0-80D1290A6E62}"/>
          </ac:picMkLst>
        </pc:picChg>
        <pc:picChg chg="add mod">
          <ac:chgData name="Anderson P. Horácio" userId="fc6b94083f9c4675" providerId="LiveId" clId="{4A87322B-E70B-43C3-A6D3-F913DEAF13ED}" dt="2026-10-25T14:59:40.273" v="223" actId="931"/>
          <ac:picMkLst>
            <pc:docMk/>
            <pc:sldMk cId="2981512587" sldId="267"/>
            <ac:picMk id="6" creationId="{9A99033F-D598-B72C-98D5-6C4684DB2879}"/>
          </ac:picMkLst>
        </pc:picChg>
      </pc:sldChg>
      <pc:sldChg chg="addSp delSp modSp new mod ord">
        <pc:chgData name="Anderson P. Horácio" userId="fc6b94083f9c4675" providerId="LiveId" clId="{4A87322B-E70B-43C3-A6D3-F913DEAF13ED}" dt="2026-10-18T15:23:49.084" v="5" actId="931"/>
        <pc:sldMkLst>
          <pc:docMk/>
          <pc:sldMk cId="3040834167" sldId="268"/>
        </pc:sldMkLst>
        <pc:picChg chg="add mod">
          <ac:chgData name="Anderson P. Horácio" userId="fc6b94083f9c4675" providerId="LiveId" clId="{4A87322B-E70B-43C3-A6D3-F913DEAF13ED}" dt="2026-10-18T15:23:49.084" v="5" actId="931"/>
          <ac:picMkLst>
            <pc:docMk/>
            <pc:sldMk cId="3040834167" sldId="268"/>
            <ac:picMk id="5" creationId="{5297C816-9EC6-AB28-FE51-AA7CBC4C4D84}"/>
          </ac:picMkLst>
        </pc:picChg>
      </pc:sldChg>
      <pc:sldChg chg="addSp delSp modSp new del mod modTransition">
        <pc:chgData name="Anderson P. Horácio" userId="fc6b94083f9c4675" providerId="LiveId" clId="{4A87322B-E70B-43C3-A6D3-F913DEAF13ED}" dt="2026-10-24T01:28:36.575" v="139" actId="2696"/>
        <pc:sldMkLst>
          <pc:docMk/>
          <pc:sldMk cId="2517766087" sldId="269"/>
        </pc:sldMkLst>
      </pc:sldChg>
      <pc:sldChg chg="addSp delSp modSp new del mod modTransition">
        <pc:chgData name="Anderson P. Horácio" userId="fc6b94083f9c4675" providerId="LiveId" clId="{4A87322B-E70B-43C3-A6D3-F913DEAF13ED}" dt="2026-10-24T01:24:19.931" v="138" actId="2696"/>
        <pc:sldMkLst>
          <pc:docMk/>
          <pc:sldMk cId="704343399" sldId="274"/>
        </pc:sldMkLst>
      </pc:sldChg>
      <pc:sldChg chg="addSp delSp modSp new mod modTransition">
        <pc:chgData name="Anderson P. Horácio" userId="fc6b94083f9c4675" providerId="LiveId" clId="{4A87322B-E70B-43C3-A6D3-F913DEAF13ED}" dt="2026-10-19T02:39:28.731" v="106"/>
        <pc:sldMkLst>
          <pc:docMk/>
          <pc:sldMk cId="4010554531" sldId="275"/>
        </pc:sldMkLst>
        <pc:picChg chg="add mod">
          <ac:chgData name="Anderson P. Horácio" userId="fc6b94083f9c4675" providerId="LiveId" clId="{4A87322B-E70B-43C3-A6D3-F913DEAF13ED}" dt="2026-10-19T02:21:14.076" v="90" actId="931"/>
          <ac:picMkLst>
            <pc:docMk/>
            <pc:sldMk cId="4010554531" sldId="275"/>
            <ac:picMk id="5" creationId="{03399E25-B1B2-0ACC-EDC6-864A66809934}"/>
          </ac:picMkLst>
        </pc:picChg>
      </pc:sldChg>
      <pc:sldChg chg="addSp delSp modSp add mod">
        <pc:chgData name="Anderson P. Horácio" userId="fc6b94083f9c4675" providerId="LiveId" clId="{4A87322B-E70B-43C3-A6D3-F913DEAF13ED}" dt="2026-10-24T00:29:40.420" v="118" actId="931"/>
        <pc:sldMkLst>
          <pc:docMk/>
          <pc:sldMk cId="1455386116" sldId="276"/>
        </pc:sldMkLst>
        <pc:spChg chg="del">
          <ac:chgData name="Anderson P. Horácio" userId="fc6b94083f9c4675" providerId="LiveId" clId="{4A87322B-E70B-43C3-A6D3-F913DEAF13ED}" dt="2026-10-24T00:20:30.493" v="114" actId="478"/>
          <ac:spMkLst>
            <pc:docMk/>
            <pc:sldMk cId="1455386116" sldId="276"/>
            <ac:spMk id="2" creationId="{94BB7245-DD25-A83B-BB20-13CCA9E8BF23}"/>
          </ac:spMkLst>
        </pc:spChg>
        <pc:spChg chg="del">
          <ac:chgData name="Anderson P. Horácio" userId="fc6b94083f9c4675" providerId="LiveId" clId="{4A87322B-E70B-43C3-A6D3-F913DEAF13ED}" dt="2026-10-24T00:20:32.182" v="115" actId="478"/>
          <ac:spMkLst>
            <pc:docMk/>
            <pc:sldMk cId="1455386116" sldId="276"/>
            <ac:spMk id="3" creationId="{8A22C003-7ECD-ED41-3F14-8D666940E0EC}"/>
          </ac:spMkLst>
        </pc:spChg>
        <pc:picChg chg="add del mod">
          <ac:chgData name="Anderson P. Horácio" userId="fc6b94083f9c4675" providerId="LiveId" clId="{4A87322B-E70B-43C3-A6D3-F913DEAF13ED}" dt="2026-10-24T00:29:34.199" v="117" actId="478"/>
          <ac:picMkLst>
            <pc:docMk/>
            <pc:sldMk cId="1455386116" sldId="276"/>
            <ac:picMk id="5" creationId="{17F47A3B-9C4B-52B0-D911-6C9599AEDBFF}"/>
          </ac:picMkLst>
        </pc:picChg>
        <pc:picChg chg="del">
          <ac:chgData name="Anderson P. Horácio" userId="fc6b94083f9c4675" providerId="LiveId" clId="{4A87322B-E70B-43C3-A6D3-F913DEAF13ED}" dt="2026-10-24T00:20:28.019" v="113" actId="478"/>
          <ac:picMkLst>
            <pc:docMk/>
            <pc:sldMk cId="1455386116" sldId="276"/>
            <ac:picMk id="7" creationId="{20661527-24D2-8C37-A376-36A1C72182A4}"/>
          </ac:picMkLst>
        </pc:picChg>
        <pc:picChg chg="add mod">
          <ac:chgData name="Anderson P. Horácio" userId="fc6b94083f9c4675" providerId="LiveId" clId="{4A87322B-E70B-43C3-A6D3-F913DEAF13ED}" dt="2026-10-24T00:29:40.420" v="118" actId="931"/>
          <ac:picMkLst>
            <pc:docMk/>
            <pc:sldMk cId="1455386116" sldId="276"/>
            <ac:picMk id="8" creationId="{47FF261D-85AE-2284-43E9-6D3DF00B4916}"/>
          </ac:picMkLst>
        </pc:picChg>
      </pc:sldChg>
      <pc:sldChg chg="addSp delSp modSp add mod modNotesTx">
        <pc:chgData name="Anderson P. Horácio" userId="fc6b94083f9c4675" providerId="LiveId" clId="{4A87322B-E70B-43C3-A6D3-F913DEAF13ED}" dt="2026-10-24T20:18:06.346" v="210" actId="20577"/>
        <pc:sldMkLst>
          <pc:docMk/>
          <pc:sldMk cId="4079580040" sldId="277"/>
        </pc:sldMkLst>
        <pc:picChg chg="add del mod">
          <ac:chgData name="Anderson P. Horácio" userId="fc6b94083f9c4675" providerId="LiveId" clId="{4A87322B-E70B-43C3-A6D3-F913DEAF13ED}" dt="2026-10-24T00:59:50.053" v="123" actId="478"/>
          <ac:picMkLst>
            <pc:docMk/>
            <pc:sldMk cId="4079580040" sldId="277"/>
            <ac:picMk id="3" creationId="{9A855EF7-34BB-D335-052F-2A9DCF07913D}"/>
          </ac:picMkLst>
        </pc:picChg>
        <pc:picChg chg="add del mod">
          <ac:chgData name="Anderson P. Horácio" userId="fc6b94083f9c4675" providerId="LiveId" clId="{4A87322B-E70B-43C3-A6D3-F913DEAF13ED}" dt="2026-10-24T01:07:28.071" v="127" actId="478"/>
          <ac:picMkLst>
            <pc:docMk/>
            <pc:sldMk cId="4079580040" sldId="277"/>
            <ac:picMk id="5" creationId="{01B5FC14-4382-3554-AB5E-89A63C4D8C2A}"/>
          </ac:picMkLst>
        </pc:picChg>
        <pc:picChg chg="del">
          <ac:chgData name="Anderson P. Horácio" userId="fc6b94083f9c4675" providerId="LiveId" clId="{4A87322B-E70B-43C3-A6D3-F913DEAF13ED}" dt="2026-10-24T00:59:25.890" v="121" actId="478"/>
          <ac:picMkLst>
            <pc:docMk/>
            <pc:sldMk cId="4079580040" sldId="277"/>
            <ac:picMk id="7" creationId="{23477403-38D8-CE0A-EF3E-3BFEDB8D81A4}"/>
          </ac:picMkLst>
        </pc:picChg>
        <pc:picChg chg="add mod">
          <ac:chgData name="Anderson P. Horácio" userId="fc6b94083f9c4675" providerId="LiveId" clId="{4A87322B-E70B-43C3-A6D3-F913DEAF13ED}" dt="2026-10-24T01:07:44.406" v="130" actId="14100"/>
          <ac:picMkLst>
            <pc:docMk/>
            <pc:sldMk cId="4079580040" sldId="277"/>
            <ac:picMk id="8" creationId="{D3D55CF1-1253-803E-F6EF-3CF4973FEE56}"/>
          </ac:picMkLst>
        </pc:picChg>
      </pc:sldChg>
      <pc:sldChg chg="addSp delSp modSp add mod">
        <pc:chgData name="Anderson P. Horácio" userId="fc6b94083f9c4675" providerId="LiveId" clId="{4A87322B-E70B-43C3-A6D3-F913DEAF13ED}" dt="2026-10-24T01:24:08.592" v="137" actId="931"/>
        <pc:sldMkLst>
          <pc:docMk/>
          <pc:sldMk cId="1663966343" sldId="278"/>
        </pc:sldMkLst>
        <pc:picChg chg="add mod">
          <ac:chgData name="Anderson P. Horácio" userId="fc6b94083f9c4675" providerId="LiveId" clId="{4A87322B-E70B-43C3-A6D3-F913DEAF13ED}" dt="2026-10-24T01:24:08.592" v="137" actId="931"/>
          <ac:picMkLst>
            <pc:docMk/>
            <pc:sldMk cId="1663966343" sldId="278"/>
            <ac:picMk id="3" creationId="{0BC8D572-5E63-7319-1AC8-43E3C415572D}"/>
          </ac:picMkLst>
        </pc:picChg>
        <pc:picChg chg="del">
          <ac:chgData name="Anderson P. Horácio" userId="fc6b94083f9c4675" providerId="LiveId" clId="{4A87322B-E70B-43C3-A6D3-F913DEAF13ED}" dt="2026-10-24T01:24:02.559" v="136" actId="478"/>
          <ac:picMkLst>
            <pc:docMk/>
            <pc:sldMk cId="1663966343" sldId="278"/>
            <ac:picMk id="5" creationId="{E27B0B87-B03C-1264-14AE-8B4077FE21E8}"/>
          </ac:picMkLst>
        </pc:picChg>
      </pc:sldChg>
      <pc:sldChg chg="addSp delSp modSp add del mod">
        <pc:chgData name="Anderson P. Horácio" userId="fc6b94083f9c4675" providerId="LiveId" clId="{4A87322B-E70B-43C3-A6D3-F913DEAF13ED}" dt="2026-10-24T01:18:13.425" v="134" actId="47"/>
        <pc:sldMkLst>
          <pc:docMk/>
          <pc:sldMk cId="3757061843" sldId="278"/>
        </pc:sldMkLst>
        <pc:picChg chg="add mod">
          <ac:chgData name="Anderson P. Horácio" userId="fc6b94083f9c4675" providerId="LiveId" clId="{4A87322B-E70B-43C3-A6D3-F913DEAF13ED}" dt="2026-10-24T01:16:20.860" v="133" actId="931"/>
          <ac:picMkLst>
            <pc:docMk/>
            <pc:sldMk cId="3757061843" sldId="278"/>
            <ac:picMk id="3" creationId="{0C868E46-51F5-9A15-526B-86A38F168F81}"/>
          </ac:picMkLst>
        </pc:picChg>
        <pc:picChg chg="del">
          <ac:chgData name="Anderson P. Horácio" userId="fc6b94083f9c4675" providerId="LiveId" clId="{4A87322B-E70B-43C3-A6D3-F913DEAF13ED}" dt="2026-10-24T01:16:13.252" v="132" actId="478"/>
          <ac:picMkLst>
            <pc:docMk/>
            <pc:sldMk cId="3757061843" sldId="278"/>
            <ac:picMk id="8" creationId="{C8AFF21A-EB8E-DC45-BF14-8EE3F9FC1F79}"/>
          </ac:picMkLst>
        </pc:picChg>
      </pc:sldChg>
      <pc:sldChg chg="addSp delSp modSp add mod">
        <pc:chgData name="Anderson P. Horácio" userId="fc6b94083f9c4675" providerId="LiveId" clId="{4A87322B-E70B-43C3-A6D3-F913DEAF13ED}" dt="2026-10-24T23:39:14.963" v="217" actId="931"/>
        <pc:sldMkLst>
          <pc:docMk/>
          <pc:sldMk cId="513252267" sldId="279"/>
        </pc:sldMkLst>
        <pc:picChg chg="add del mod">
          <ac:chgData name="Anderson P. Horácio" userId="fc6b94083f9c4675" providerId="LiveId" clId="{4A87322B-E70B-43C3-A6D3-F913DEAF13ED}" dt="2026-10-24T23:39:00.708" v="214" actId="478"/>
          <ac:picMkLst>
            <pc:docMk/>
            <pc:sldMk cId="513252267" sldId="279"/>
            <ac:picMk id="3" creationId="{CE46ED19-5B34-C1A4-BA53-E3356CA2CD9D}"/>
          </ac:picMkLst>
        </pc:picChg>
        <pc:picChg chg="del">
          <ac:chgData name="Anderson P. Horácio" userId="fc6b94083f9c4675" providerId="LiveId" clId="{4A87322B-E70B-43C3-A6D3-F913DEAF13ED}" dt="2026-10-24T23:38:37.618" v="212" actId="478"/>
          <ac:picMkLst>
            <pc:docMk/>
            <pc:sldMk cId="513252267" sldId="279"/>
            <ac:picMk id="5" creationId="{D825ADEC-AF98-E7FB-38A8-48F6DB14BB4D}"/>
          </ac:picMkLst>
        </pc:picChg>
        <pc:picChg chg="add del mod">
          <ac:chgData name="Anderson P. Horácio" userId="fc6b94083f9c4675" providerId="LiveId" clId="{4A87322B-E70B-43C3-A6D3-F913DEAF13ED}" dt="2026-10-24T23:39:09.240" v="216" actId="478"/>
          <ac:picMkLst>
            <pc:docMk/>
            <pc:sldMk cId="513252267" sldId="279"/>
            <ac:picMk id="6" creationId="{D7649B36-FD26-59E5-1045-9C8FF477894C}"/>
          </ac:picMkLst>
        </pc:picChg>
        <pc:picChg chg="add mod">
          <ac:chgData name="Anderson P. Horácio" userId="fc6b94083f9c4675" providerId="LiveId" clId="{4A87322B-E70B-43C3-A6D3-F913DEAF13ED}" dt="2026-10-24T23:39:14.963" v="217" actId="931"/>
          <ac:picMkLst>
            <pc:docMk/>
            <pc:sldMk cId="513252267" sldId="279"/>
            <ac:picMk id="8" creationId="{5989F602-EAF5-A160-4D6F-85417734F2C0}"/>
          </ac:picMkLst>
        </pc:picChg>
      </pc:sldChg>
      <pc:sldChg chg="addSp delSp modSp add mod modTransition">
        <pc:chgData name="Anderson P. Horácio" userId="fc6b94083f9c4675" providerId="LiveId" clId="{4A87322B-E70B-43C3-A6D3-F913DEAF13ED}" dt="2026-10-25T15:06:05.612" v="241"/>
        <pc:sldMkLst>
          <pc:docMk/>
          <pc:sldMk cId="2955675267" sldId="280"/>
        </pc:sldMkLst>
        <pc:picChg chg="add mod">
          <ac:chgData name="Anderson P. Horácio" userId="fc6b94083f9c4675" providerId="LiveId" clId="{4A87322B-E70B-43C3-A6D3-F913DEAF13ED}" dt="2026-10-25T15:03:42.689" v="225" actId="14100"/>
          <ac:picMkLst>
            <pc:docMk/>
            <pc:sldMk cId="2955675267" sldId="280"/>
            <ac:picMk id="3" creationId="{BD16311F-4CD6-FDD1-459F-5408FF76AAEB}"/>
          </ac:picMkLst>
        </pc:picChg>
        <pc:picChg chg="del">
          <ac:chgData name="Anderson P. Horácio" userId="fc6b94083f9c4675" providerId="LiveId" clId="{4A87322B-E70B-43C3-A6D3-F913DEAF13ED}" dt="2026-10-25T14:43:57.569" v="219" actId="478"/>
          <ac:picMkLst>
            <pc:docMk/>
            <pc:sldMk cId="2955675267" sldId="280"/>
            <ac:picMk id="4" creationId="{2A850892-ECEF-959D-CE80-34599AF3B67B}"/>
          </ac:picMkLst>
        </pc:picChg>
      </pc:sldChg>
      <pc:sldMasterChg chg="modSp mod modSldLayout">
        <pc:chgData name="Anderson P. Horácio" userId="fc6b94083f9c4675" providerId="LiveId" clId="{4A87322B-E70B-43C3-A6D3-F913DEAF13ED}" dt="2026-10-25T16:26:36.405" v="455" actId="20577"/>
        <pc:sldMasterMkLst>
          <pc:docMk/>
          <pc:sldMasterMk cId="2683545821" sldId="2147483648"/>
        </pc:sldMasterMkLst>
        <pc:spChg chg="mod">
          <ac:chgData name="Anderson P. Horácio" userId="fc6b94083f9c4675" providerId="LiveId" clId="{4A87322B-E70B-43C3-A6D3-F913DEAF13ED}" dt="2026-10-25T16:20:35.270" v="256" actId="20577"/>
          <ac:spMkLst>
            <pc:docMk/>
            <pc:sldMasterMk cId="2683545821" sldId="2147483648"/>
            <ac:spMk id="6" creationId="{29A6F8F2-A1FB-D0AA-8C78-9FAEFE867F3E}"/>
          </ac:spMkLst>
        </pc:spChg>
        <pc:sldLayoutChg chg="modSp mod">
          <pc:chgData name="Anderson P. Horácio" userId="fc6b94083f9c4675" providerId="LiveId" clId="{4A87322B-E70B-43C3-A6D3-F913DEAF13ED}" dt="2026-10-25T16:26:36.405" v="455" actId="20577"/>
          <pc:sldLayoutMkLst>
            <pc:docMk/>
            <pc:sldMasterMk cId="2683545821" sldId="2147483648"/>
            <pc:sldLayoutMk cId="3355835235" sldId="2147483650"/>
          </pc:sldLayoutMkLst>
          <pc:spChg chg="mod">
            <ac:chgData name="Anderson P. Horácio" userId="fc6b94083f9c4675" providerId="LiveId" clId="{4A87322B-E70B-43C3-A6D3-F913DEAF13ED}" dt="2026-10-25T16:26:36.405" v="455" actId="20577"/>
            <ac:spMkLst>
              <pc:docMk/>
              <pc:sldMasterMk cId="2683545821" sldId="2147483648"/>
              <pc:sldLayoutMk cId="3355835235" sldId="2147483650"/>
              <ac:spMk id="6" creationId="{773D24AC-346A-7D33-2384-CA790BC89E64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5DDB8-158A-4808-BC62-446126F98CEB}" type="datetimeFigureOut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563A0-C53F-490D-AE17-19C8D6B482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50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																																																																							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563A0-C53F-490D-AE17-19C8D6B4822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19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3A4C5-1903-0F07-79CF-8C24389CE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9D9303-C637-432E-DE54-1F515F989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E14CB5-50E3-9F56-1AD3-B90DE281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7A27-47E7-435B-8A7E-5B8039EE9074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18D957-E5B9-9175-CC4E-90C132DBD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EBA4D-9F0C-9847-A0D5-14284FCA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6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FF1CC-B610-AF37-DFE9-D879C7B1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42C322-375F-34E2-D360-32EF6B061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795F13-5A25-FCBE-2F11-9EF273DB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8C654-91DD-4F1D-8D59-3EC23F821CAD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66A804-2EFA-6493-8509-20CA4D71F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3D24AC-346A-7D33-2384-CA790BC8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‹nº›</a:t>
            </a:fld>
            <a:r>
              <a:rPr lang="pt-BR" dirty="0"/>
              <a:t> / 17</a:t>
            </a:r>
          </a:p>
        </p:txBody>
      </p:sp>
    </p:spTree>
    <p:extLst>
      <p:ext uri="{BB962C8B-B14F-4D97-AF65-F5344CB8AC3E}">
        <p14:creationId xmlns:p14="http://schemas.microsoft.com/office/powerpoint/2010/main" val="335583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3AD0C-94AC-49B5-F8F3-E68AE44F1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D31559-173E-AA30-6190-E9161A670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09D1E7-F10C-3D39-B5AA-F7918EE8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0511D-9A56-4030-84C9-AB15C1263C4D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978935-A968-E117-F4DA-B2798765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EB836A-0F8F-F2D0-F2E3-0107503C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15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48BDC-7964-0C46-E573-934B0F0C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3A498-A077-7164-C0DC-054372F46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A4989F-B4C0-8766-2470-5A050861E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4FD850-7F5C-3D20-3B25-1A751BB5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AEEC-2B8B-4C6C-BE26-E5B0F83FC7BE}" type="datetime1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0B9155-9CCA-57A6-F544-58CDB44B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B7C9881-1C50-92E1-7D6D-2E0E05EA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95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AAF1D-C69A-27DC-DDA7-124E285F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1FC131-201F-21E1-04D3-39A3E4AC3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74C9A2-E4BD-EA2B-9204-27BFD07C3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63F7A51-56BB-6FAA-83E9-AE90930D0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81A5837-57B7-6580-051A-1438B68EF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9EBF816-1B3F-04F7-48D6-1E517CC9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2C7DC-28F1-4096-8187-D8053BE6420E}" type="datetime1">
              <a:rPr lang="pt-BR" smtClean="0"/>
              <a:t>25/10/2026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B8C4382-01C6-9FBB-FC45-2D483954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BB185F-83EB-A924-755E-06D1418A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381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D37B3-3B78-98A0-842F-6B2D4D40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C4E3A8-C9B4-8AF2-B3E6-94ACA30D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BE77A-0B75-4074-B61A-8AF3A692F88E}" type="datetime1">
              <a:rPr lang="pt-BR" smtClean="0"/>
              <a:t>25/10/2026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65D846-FA24-6E14-5259-E46EE1B1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8CDC7A3-F2E0-5C89-FEC1-461B2FA6D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206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C7161C-6C75-B799-C26E-B85830AC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B4EF3-1AAC-41B5-BA2B-546B49F14ED9}" type="datetime1">
              <a:rPr lang="pt-BR" smtClean="0"/>
              <a:t>25/10/2026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424FFC-8A50-C9CE-FDB7-3BDA8277B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3CCBF3-9760-8596-4CD8-6F20B340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7963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36D8D-874B-A03E-3098-3BD34A0FE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863EEE-F5B0-15D8-0A98-5B295919B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D8B5FD-91D6-A612-D3A6-7F1F12BBF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A4F32A-6B45-F756-D6CC-37B8686A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4A874-FB56-4876-A600-378EFB5B21E4}" type="datetime1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9EF8D2-0C69-320A-52A1-B41D1A114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C83F7F-AE8E-A4E3-A289-4DE2D998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22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2B436-7BEE-26FD-4B27-C0FE7F1E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720078-AEA2-4ACD-6506-45A0ECB52F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E591B5-51E2-D2AF-EF17-99FF82C9C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8D7163-DEB4-6825-DE0E-C7AC5C00D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5C46-88CE-4FB2-BDDC-7E8FCFD88683}" type="datetime1">
              <a:rPr lang="pt-BR" smtClean="0"/>
              <a:t>25/10/2026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80C364-1AD7-7B1B-87A5-44299004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3CA844-0010-351D-B0DA-A1CD040C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5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98E71-AAF1-69AD-AC86-D03F4BD2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E845F4-E38F-3942-F6A8-8AADDCE14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6CDD-3417-2966-87E5-8B0C89E3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33D1C-067E-431E-8EE3-B2C631F4ACA0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B0303F-261C-0C7B-2CA2-5D051357A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4EA2F-BC60-BAB5-0211-1F79CD7B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23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567B1E-8DF2-D0B0-B97A-A5B59C2F0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2B018F-8D6E-2EE6-E82C-28977D463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3329DB-D0E1-B8CC-EEBE-50D6C9A6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270A5-CD47-4F53-AFE5-B303F98D2AFF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CC3D08-B4A6-B7A4-6785-2137F9655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94A9B-BC91-F4F6-CC26-95378210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30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3E26F43-4550-C50D-B8DA-8BC7B725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2C10DA-13D2-1AD7-A590-2663B9BDB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246440-ED8F-B916-BAF3-EFD0C6584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2FE73-5E41-4ADD-B4F8-6A6A74401072}" type="datetime1">
              <a:rPr lang="pt-BR" smtClean="0"/>
              <a:t>25/10/2026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505D7B-8823-0295-2B7C-35001EFC0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6F8F2-A1FB-D0AA-8C78-9FAEFE867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365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F3719-46BA-4771-98F8-8927C064089F}" type="slidenum">
              <a:rPr lang="pt-BR" smtClean="0"/>
              <a:pPr/>
              <a:t>‹nº›</a:t>
            </a:fld>
            <a:r>
              <a:rPr lang="pt-BR" dirty="0"/>
              <a:t> / 12</a:t>
            </a:r>
          </a:p>
        </p:txBody>
      </p:sp>
    </p:spTree>
    <p:extLst>
      <p:ext uri="{BB962C8B-B14F-4D97-AF65-F5344CB8AC3E}">
        <p14:creationId xmlns:p14="http://schemas.microsoft.com/office/powerpoint/2010/main" val="2683545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297C816-9EC6-AB28-FE51-AA7CBC4C4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6E98E-63B8-09D0-05BC-C9905EB9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7FF261D-85AE-2284-43E9-6D3DF00B4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38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E3DEF8-8F96-22BE-0072-79CFD7202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FD3AD0-A938-95FE-1205-A24CB6D8F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40" y="354133"/>
            <a:ext cx="2219243" cy="110175"/>
          </a:xfrm>
          <a:prstGeom prst="rect">
            <a:avLst/>
          </a:prstGeom>
        </p:spPr>
      </p:pic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D27D76AC-3690-34F6-2C3C-AEECDAF1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3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888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803F-CC9E-E744-4851-5E4A1F3B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93AB6452-F61F-06F8-19ED-B40B486B6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3E5C4AA-B085-2B43-F918-DF19505D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4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75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9D65-330E-42C3-50CE-1F93BDA5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D3D55CF1-1253-803E-F6EF-3CF4973FE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2EE0A85-C77A-F52C-94ED-360C838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5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9580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399E25-B1B2-0ACC-EDC6-864A66809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6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CC918F3-2FF7-7B14-634B-DB780CB0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6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055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B1A9-D891-A03F-A257-F6A12AF8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5989F602-EAF5-A160-4D6F-85417734F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897061D-4B96-2873-6689-7FB0438A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7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325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FEA6F-32E8-B9F6-3A8B-750A7DF5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BC647A9-3781-7AD2-19E4-93A0FAC01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6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1C2B051-3FB8-3E92-FF38-6CD1D226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8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24245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269FA-991B-14E0-BC98-CDCDC1A6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BC8D572-5E63-7319-1AC8-43E3C4155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C4ABE4-4157-E970-0FA6-8495DCB7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9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96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768D8-97A6-8D65-6215-2845846F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E82E976-3BBE-F67D-0FFD-CF6A4EDA2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57960D0-735F-99E8-C144-24E822E8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10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753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476A-9A9A-20E5-2194-E118957D6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1A0D70C-4075-F4E1-4295-6F3AC620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8D424C9-E724-FDCC-6584-4DF77FE88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11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323987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1441-1B22-C07B-D088-1E7CCAD5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DB54754-D2B7-B211-7FDF-15DEDD7FF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3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567A63C-9D75-3A27-1A2E-52C43E20B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12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163451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B09D-E318-B531-89CA-A2484CD5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021BC2A-11E0-143D-5A60-EE418D5C6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3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74B2FA7-A374-53E8-311C-1C3F443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13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8144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1403-3661-98B1-B305-9875331E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89C934C-3C4B-D99A-E2DA-D9F7D64C9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6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5E10BE2-2F79-E46E-6481-C74C988A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14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59633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0ADD-769F-D3CF-4E57-38EFDC35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9CC273C-FC99-5C2A-B901-547F2B2DD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7" y="0"/>
            <a:ext cx="12150746" cy="6858000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48BA6EC-4617-E8C8-D6CA-3FEE216A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F3719-46BA-4771-98F8-8927C064089F}" type="slidenum">
              <a:rPr lang="pt-BR" smtClean="0"/>
              <a:pPr/>
              <a:t>15</a:t>
            </a:fld>
            <a:r>
              <a:rPr lang="pt-BR"/>
              <a:t> / 17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4158093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C10A-BFCF-9EC9-F3C0-D09AB630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A99033F-D598-B72C-98D5-6C4684DB2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" y="0"/>
            <a:ext cx="121580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1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C40C2-FE56-9D86-68FC-E85D95810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16311F-4CD6-FDD1-459F-5408FF76A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750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7526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111</Words>
  <Application>Microsoft Office PowerPoint</Application>
  <PresentationFormat>Widescreen</PresentationFormat>
  <Paragraphs>15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 PEREIRA HORACIO</dc:creator>
  <cp:lastModifiedBy>Anderson P. Horácio</cp:lastModifiedBy>
  <cp:revision>1</cp:revision>
  <dcterms:created xsi:type="dcterms:W3CDTF">2026-10-10T18:03:03Z</dcterms:created>
  <dcterms:modified xsi:type="dcterms:W3CDTF">2026-10-25T16:31:02Z</dcterms:modified>
</cp:coreProperties>
</file>